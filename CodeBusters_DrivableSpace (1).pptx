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2423160" cy="384048"/>
          </a:xfrm>
          <a:prstGeom prst="rect">
            <a:avLst/>
          </a:prstGeom>
          <a:solidFill>
            <a:srgbClr val="111E2D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2743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PROJECT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Drivable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 Segmentation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semantic segmentation for Level 4 autonomous vehicles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8321040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Code Busters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Dakshraj Singh Chandawat  ·  </a:t>
            </a:r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Aneeq T.  ·  </a:t>
            </a:r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Heda  ·  </a:t>
            </a:r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Inzamam Akmal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1280160" cy="2560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60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4160520"/>
            <a:ext cx="13716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4160520"/>
            <a:ext cx="1188720" cy="2560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 behind Code Busters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1965960" cy="3291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4380" y="1508760"/>
            <a:ext cx="914400" cy="91440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Dakshraj Singh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Chandawat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ML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279392"/>
            <a:ext cx="868680" cy="20116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793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1325880"/>
            <a:ext cx="1965960" cy="3291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94660" y="1508760"/>
            <a:ext cx="914400" cy="9144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466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Aneeq 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4279392"/>
            <a:ext cx="868680" cy="2011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2793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1965960" cy="3291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34940" y="1508760"/>
            <a:ext cx="914400" cy="9144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49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Keshav Heda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Engineering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4279392"/>
            <a:ext cx="868680" cy="2011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2793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1325880"/>
            <a:ext cx="1965960" cy="3291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75220" y="1508760"/>
            <a:ext cx="914400" cy="914400"/>
          </a:xfrm>
          <a:prstGeom prst="ellipse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522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4088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Inzamam Akmal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4279392"/>
            <a:ext cx="868680" cy="20116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2793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4645152"/>
            <a:ext cx="8686800" cy="2286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64515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"Four engineers, one mission — making autonomous vehicles see the road."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11430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"Level 4 vehicles must identify Free Space — areas where the car can physically move, regardless of whether lane markings exist."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54864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Segmentation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633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vs. everything else — curbs, barriers, sidewalks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54864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Urban Settings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Intersections, construction zones, mixed environments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54864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 Edge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6210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Road-to-grass transitions, water puddles, ambiguous surfaces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4864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Constraint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(FPS) is critical for Level 4 autonomy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&amp; Evaluation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23360" cy="3337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semantic segmentation of drivable area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86584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408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inference — FPS is critical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98648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52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boundary edge cases (puddles, grass transitions)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1071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64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entirely from scratch — no pre-trained weights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22776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77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mask: Drivable vs. Non-Drivable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325880"/>
            <a:ext cx="4206240" cy="15087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mIoU  —  Primary Accuracy Metric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Intersection over Union measures how well the predicted mask overlaps with the ground truth drivable region.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971800"/>
            <a:ext cx="1965960" cy="15087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54880" y="34930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 critical)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2971800"/>
            <a:ext cx="1965960" cy="15087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9440" y="34930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Epochs Count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— nuScenes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urban autonomous driving scenes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93392" cy="10972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3898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Scenes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1993392" cy="10972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3898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87168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4296" y="1325880"/>
            <a:ext cx="1993392" cy="10972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13898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54296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Views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21424" y="1325880"/>
            <a:ext cx="1993392" cy="10972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38988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21424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Scenes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2578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CAM_FRONT Sample Frames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880360"/>
            <a:ext cx="2743200" cy="178308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2880360"/>
            <a:ext cx="2743200" cy="17830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309360" y="2578608"/>
            <a:ext cx="2514600" cy="2084832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44652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46520" y="297180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Camera: CAM_FRONT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 subset for dev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v1.0 for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Grayscale road tones as pseudo-GT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pixels to drivable mask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94360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1325880"/>
            <a:ext cx="7772400" cy="475488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13624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5727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 CAM_FRONT JPEGs loaded &amp; resized to 256×256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" y="1801368"/>
            <a:ext cx="36576" cy="1828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93392"/>
            <a:ext cx="594360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9339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1993392"/>
            <a:ext cx="7772400" cy="475488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Pseudo-GT Masks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402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color filtering extracts road-like gray tones as training labels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" y="2468880"/>
            <a:ext cx="36576" cy="1828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60904"/>
            <a:ext cx="594360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6090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2660904"/>
            <a:ext cx="7772400" cy="475488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UNet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9077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encoder-decoder trained with BCEWithLogitsLoss + Adam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" y="3136392"/>
            <a:ext cx="36576" cy="1828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28416"/>
            <a:ext cx="594360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284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3328416"/>
            <a:ext cx="7772400" cy="475488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43000" y="3364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5753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binary mask; morphological cleanup + top-60% mask applied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" y="3803904"/>
            <a:ext cx="36576" cy="1828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995928"/>
            <a:ext cx="594360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9592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" y="3995928"/>
            <a:ext cx="7772400" cy="475488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43000" y="40325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Overlay Output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424281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channel blended with original frame for visualization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— UNet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encoder-decoder built from scratch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1417320" cy="8229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3×256×256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91640" y="1783080"/>
            <a:ext cx="411480" cy="27432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1371600"/>
            <a:ext cx="1417320" cy="8229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filters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783080"/>
            <a:ext cx="411480" cy="27432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371600"/>
            <a:ext cx="1417320" cy="82296"/>
          </a:xfrm>
          <a:prstGeom prst="rect">
            <a:avLst/>
          </a:prstGeom>
          <a:solidFill>
            <a:srgbClr val="5D6D8A"/>
          </a:solidFill>
          <a:ln w="12700">
            <a:solidFill>
              <a:srgbClr val="5D6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128×128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411480" cy="27432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371600"/>
            <a:ext cx="1417320" cy="8229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1783080"/>
            <a:ext cx="411480" cy="27432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1371600"/>
            <a:ext cx="1417320" cy="8229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ConvTranspose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filters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09560" y="1783080"/>
            <a:ext cx="411480" cy="27432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371600"/>
            <a:ext cx="1417320" cy="914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1371600"/>
            <a:ext cx="1417320" cy="8229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15087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1×256×256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2651760"/>
            <a:ext cx="5715000" cy="2743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(concat)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90672"/>
          <a:ext cx="8503920" cy="169164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3→16, 16→16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128×128 feature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16→32, 32→32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ConvTranspose2D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32→16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stride=2, upsample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+ Conv Block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32→16, 16→16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with enc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Conv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1×1, binary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ground-truth mask generation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Image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92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cv2.imread → resize to 256×256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HSV Conversion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HSV color space for better road detection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11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Filter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78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0-180, Sat 0-50, Val 50-200 captures gray road tones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325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Top-Half Mask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892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mask[:h//2, :] = 0  — removes sky &amp; buildings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468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68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 Ops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035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MORPH_CLOSE → fills holes | MORPH_OPEN → removes noise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611880"/>
            <a:ext cx="416052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611880"/>
            <a:ext cx="54864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886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 &amp; Tensorize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4178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/255, mask /255 → torch tensors with correct dims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training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0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BCEWithLogitsLoss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132588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25880"/>
            <a:ext cx="26060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90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013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Adam (lr = 0.0005)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9320" y="132588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325880"/>
            <a:ext cx="260604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904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8013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2606040" cy="6400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9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34640"/>
            <a:ext cx="26060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99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310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256 × 256 px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2834640"/>
            <a:ext cx="2606040" cy="132588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2834640"/>
            <a:ext cx="260604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999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310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1-channel binary mask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Trained entirely from scratch — no transfer learning, no pre-trained weights. Compliant with hackathon rules.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frame to drivable overlay in milliseconds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362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399032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36245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cv2.imread() + resize(256,256)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8105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1810512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1883664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84708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img/255.0 → tensor → permute(2,0,1) → unsqueeze(0)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2951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2295144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Forward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368296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33172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model(input_img) with torch.no_grad()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77977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2779776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2852928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281635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output.squeeze() → (mask &gt; 0.3) * 255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2644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3264408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3300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 Clean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3337560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300984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MORPH_CLOSE (7×7) → MORPH_OPEN (7×7)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37490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✂️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" y="3749040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Sky Region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3822192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378561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mask[:int(h*0.6), :] = 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2336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" y="4233672"/>
            <a:ext cx="8229600" cy="402336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4270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Blend Overlay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34640" y="4306824"/>
            <a:ext cx="27432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71800" y="427024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addWeighted(img, 0.7, overlay[green], 0.3, 0)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Input Frames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 CAM_FRONT — urban street scenes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417320"/>
            <a:ext cx="4005072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1330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 — Urban Boston Street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16052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417320"/>
            <a:ext cx="4005072" cy="2651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1330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 — Urban Boston Street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 input fed directly to UNet encoder — no data augmentation applied during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Binary Masks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Drivable  |  Black = Non-Drivable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417320"/>
            <a:ext cx="4005072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1330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1 — Binary Segmentation Output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16052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6592" y="1417320"/>
            <a:ext cx="4005072" cy="2651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1330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2 — Binary Segmentation Output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926080" y="4617720"/>
            <a:ext cx="2286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461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(white)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0" y="4617720"/>
            <a:ext cx="228600" cy="182880"/>
          </a:xfrm>
          <a:prstGeom prst="rect">
            <a:avLst/>
          </a:prstGeom>
          <a:solidFill>
            <a:srgbClr val="0A0E1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4924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Non-Drivable (black)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Drivable Space Overlays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predicted drivable area blended over original frame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4320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" y="1417320"/>
            <a:ext cx="2615184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Frame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325880"/>
            <a:ext cx="274320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64408" y="1417320"/>
            <a:ext cx="2615184" cy="2651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Frame 2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743200" cy="32004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88" y="1417320"/>
            <a:ext cx="2615184" cy="2651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Frame 3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0" y="4617720"/>
            <a:ext cx="228600" cy="182880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520440" y="4617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Space (30% green overlay blend)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→ predicted drivable space overlay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3931920" cy="27432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719072"/>
            <a:ext cx="3785616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1627632"/>
            <a:ext cx="3931920" cy="274320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65192" y="1719072"/>
            <a:ext cx="3785616" cy="2560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51960" y="2880360"/>
            <a:ext cx="640080" cy="3657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15968" y="27614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identifies and highlights the drivable surface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accuracy &amp; model efficiency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65960" cy="16459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196596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~30+ FPS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Speed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CPU (256×256)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325880"/>
            <a:ext cx="1965960" cy="16459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325880"/>
            <a:ext cx="196596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14600" y="2395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ultra-lightweight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1965960" cy="16459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325880"/>
            <a:ext cx="196596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Epochs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fast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1325880"/>
            <a:ext cx="1965960" cy="16459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325880"/>
            <a:ext cx="1965960" cy="6400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03720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03720" y="2395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precision/recall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54680"/>
            <a:ext cx="8503920" cy="155448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Observations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584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Road surface correctly segmented in straight-road and mild-curve scenarios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8587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Crosswalk &amp; intersection areas detected effectively in several frames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Some false positives near sidewalk boundaries due to similar HSV values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4074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Shadows create occasional noise — morphological cleanup mitigates this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How We Solved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real solutions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6908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624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annotated road masks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251960" cy="502920"/>
          </a:xfrm>
          <a:prstGeom prst="rect">
            <a:avLst/>
          </a:prstGeom>
          <a:solidFill>
            <a:srgbClr val="0A1A0D"/>
          </a:solidFill>
          <a:ln w="12700">
            <a:solidFill>
              <a:srgbClr val="1F5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6245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HSV color filtering on road-gray tones to generate pseudo-GT masks automatically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406908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20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False positive detections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84248"/>
            <a:ext cx="4251960" cy="502920"/>
          </a:xfrm>
          <a:prstGeom prst="rect">
            <a:avLst/>
          </a:prstGeom>
          <a:solidFill>
            <a:srgbClr val="0A1A0D"/>
          </a:solidFill>
          <a:ln w="12700">
            <a:solidFill>
              <a:srgbClr val="1F5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0208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Applied morphological CLOSE+OPEN with 7×7 kernel to clean isolated noise patches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2642616"/>
            <a:ext cx="406908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79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Sky &amp; building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642616"/>
            <a:ext cx="4251960" cy="502920"/>
          </a:xfrm>
          <a:prstGeom prst="rect">
            <a:avLst/>
          </a:prstGeom>
          <a:solidFill>
            <a:srgbClr val="0A1A0D"/>
          </a:solidFill>
          <a:ln w="12700">
            <a:solidFill>
              <a:srgbClr val="1F5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7919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Top 60% of mask zeroed out — structurally eliminates non-road upper regions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27340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3300984"/>
            <a:ext cx="406908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37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Overfitting on small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300984"/>
            <a:ext cx="4251960" cy="502920"/>
          </a:xfrm>
          <a:prstGeom prst="rect">
            <a:avLst/>
          </a:prstGeom>
          <a:solidFill>
            <a:srgbClr val="0A1A0D"/>
          </a:solidFill>
          <a:ln w="12700">
            <a:solidFill>
              <a:srgbClr val="1F5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33756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Kept model ultra-lightweight (~50K params) to prevent memorization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0" y="33924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040" y="3959352"/>
            <a:ext cx="406908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95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Real-time speed requirement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959352"/>
            <a:ext cx="4251960" cy="502920"/>
          </a:xfrm>
          <a:prstGeom prst="rect">
            <a:avLst/>
          </a:prstGeom>
          <a:solidFill>
            <a:srgbClr val="0A1A0D"/>
          </a:solidFill>
          <a:ln w="12700">
            <a:solidFill>
              <a:srgbClr val="1F5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9592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Minimal 2-block encoder-decoder; single-channel output keeps inference fast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06240" y="40507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 this way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UNet over DeepLabV3+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1737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UNet's skip connections preserve spatial detail at 256×256 with minimal compute cost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25880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BCEWithLogitsLoss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73752" y="1737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 binary cross-entropy — handles class imbalance better than vanilla BCE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96312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96312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Adam lr=0.0005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" y="29077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learning rate ensures stable convergence without oscillation over 20 epochs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96312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96312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= 0.3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73752" y="29077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captures more drivable area, reducing dangerous false negatives on road edges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66744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7581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7×7 Morphological Kernel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" y="4078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kernel effectively bridges gaps in road mask and removes small noise islands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666744"/>
            <a:ext cx="4206240" cy="105156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666744"/>
            <a:ext cx="54864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7581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Augmentation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73752" y="4078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pseudo-GT quality, augmentation could introduce inconsistency; kept pipeline clean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the hackathon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GT Annotations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nuScenes official drivable area JSON annotations for accurate supervised training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Deeper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130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encoder block (64 filters) and dropout for better feature extraction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TensorRT / ONNX Export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30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model for edge deployment — target 60+ FPS on embedded hardware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Multi-Condition Robustness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night, rain, fog frames from nuScenes for all-weather segmentation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37560" y="3429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Multi-Class Segmentation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sidewalk, crosswalk, curb — richer scene understanding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926080"/>
            <a:ext cx="2697480" cy="141732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63640" y="3429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mIoU Evaluation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proper mIoU computation pipeline against annotated validation set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what we achieved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005840" cy="411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Busters  |  Real-time Drivable Space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325880"/>
            <a:ext cx="169164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13898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Architecture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20240" y="1325880"/>
            <a:ext cx="169164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13898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1325880"/>
            <a:ext cx="169164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3898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325880"/>
            <a:ext cx="169164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3898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256²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1325880"/>
            <a:ext cx="1691640" cy="1005840"/>
          </a:xfrm>
          <a:prstGeom prst="rect">
            <a:avLst/>
          </a:prstGeom>
          <a:solidFill>
            <a:srgbClr val="111E2D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3898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 FPS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514600"/>
            <a:ext cx="4160520" cy="219456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94436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drivable space segmentation pipeline trained entirely from scratch on nuScenes CAM_FRONT images. The system identifies drivable vs. non-drivable regions using a lightweight UNet with HSV-based pseudo-GT mask generation.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4160520" cy="2194560"/>
          </a:xfrm>
          <a:prstGeom prst="rect">
            <a:avLst/>
          </a:prstGeom>
          <a:solidFill>
            <a:srgbClr val="0D2233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pre-trained models used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Trained from scratch on nuScenes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Binary mask output (Drivable/Non-Drivable)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Optimized for FPS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261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Architecture documented &amp; evaluated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 Ahead is Clear.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Literally.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8321040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complete real-time drivable space segmentation system from the ground up — a lightweight UNet trained entirely from scratch on nuScenes data, capable of producing clean binary road masks at real-time inference speed. Our pipeline demonstrates that even a minimal architecture, when designed thoughtfully, can deliver reliable perception output for autonomous driving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8321040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CODE BUSTERS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Dakshraj Singh Chandawat   ·   Aneeq T.   ·   Keshav Heda   ·   Inzamam Akmal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06240"/>
            <a:ext cx="1847088" cy="2743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062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 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87168" y="4206240"/>
            <a:ext cx="1933956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4206240"/>
            <a:ext cx="1933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58284" y="4206240"/>
            <a:ext cx="978408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8284" y="4206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73852" y="4206240"/>
            <a:ext cx="1065276" cy="274320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73852" y="4206240"/>
            <a:ext cx="1065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76288" y="4206240"/>
            <a:ext cx="1499616" cy="2743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420624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64515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Drivable Space Segmentation</dc:title>
  <dc:subject>PptxGenJS Presentation</dc:subject>
  <dc:creator>Code Busters</dc:creator>
  <cp:lastModifiedBy>Code Busters</cp:lastModifiedBy>
  <cp:revision>1</cp:revision>
  <dcterms:created xsi:type="dcterms:W3CDTF">2026-03-31T06:23:55Z</dcterms:created>
  <dcterms:modified xsi:type="dcterms:W3CDTF">2026-03-31T06:23:55Z</dcterms:modified>
</cp:coreProperties>
</file>